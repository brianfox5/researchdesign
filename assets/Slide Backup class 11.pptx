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7"/>
    <p:restoredTop sz="94643"/>
  </p:normalViewPr>
  <p:slideViewPr>
    <p:cSldViewPr snapToGrid="0">
      <p:cViewPr>
        <p:scale>
          <a:sx n="80" d="100"/>
          <a:sy n="80" d="100"/>
        </p:scale>
        <p:origin x="2040" y="10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EC811-F229-D78F-7823-5FE77B035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A074D3-735A-0BF7-463D-E10D4E896F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1A217C-AD74-5A26-E6FD-32F286407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D0F2E-6355-C54F-87D1-4EE15CA71F73}" type="datetimeFigureOut">
              <a:rPr lang="en-US" smtClean="0"/>
              <a:t>3/20/24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7EE1BC-EBDF-3E05-1C88-8C95B91D0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585AB-0641-002D-E311-04BAACA3C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BD270-F192-7B46-98BF-7FEB5FBA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790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BCBCA-5FCA-B3E0-2A96-503966836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13B10C-50D9-ADEA-82FD-656960F4B0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F7AA00-9F30-5F2C-3E10-10B909367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D0F2E-6355-C54F-87D1-4EE15CA71F73}" type="datetimeFigureOut">
              <a:rPr lang="en-US" smtClean="0"/>
              <a:t>3/20/24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4292FF-F61E-A1C6-BAA8-4ED160B00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AAC72F-4A36-910A-93B0-3D1FA662D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BD270-F192-7B46-98BF-7FEB5FBA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255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15DCC-4476-377A-82FE-406D25BEE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7D25F0-EDF7-7798-2CA8-EDEA2E1E10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B5E245-D6B4-AB54-6B12-6D80B8D1F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D0F2E-6355-C54F-87D1-4EE15CA71F73}" type="datetimeFigureOut">
              <a:rPr lang="en-US" smtClean="0"/>
              <a:t>3/20/24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1B18EC-2E88-B9DB-AEB9-7A6A6EB95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C37B50-0149-2673-80B6-474CFC67D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BD270-F192-7B46-98BF-7FEB5FBA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21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2DE5-AB67-A7CB-2F6C-54669F67C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66B860-27A3-56F6-361F-1F7AB601A6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3B19E9-5BD1-4E3C-6A25-B36C7749C7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0BBDB-F620-2791-35C3-AAC3C182E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D0F2E-6355-C54F-87D1-4EE15CA71F73}" type="datetimeFigureOut">
              <a:rPr lang="en-US" smtClean="0"/>
              <a:t>3/20/24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3054D5-683D-2FC3-54CA-FD10587B5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5B42B6-118C-237E-4D43-7C8556990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BD270-F192-7B46-98BF-7FEB5FBA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082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CD113-ADA0-CBBE-0F29-CD26DFFA3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ECC51-8AEC-F698-1AFD-BA8B5051DE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E726BE-DF88-6722-D479-031579C253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78A433-3576-566E-CEEF-0B49A09207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11C450-ECE5-52E9-00EE-2BBA07F0B0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231C45-737C-F25D-32EC-1A917F394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D0F2E-6355-C54F-87D1-4EE15CA71F73}" type="datetimeFigureOut">
              <a:rPr lang="en-US" smtClean="0"/>
              <a:t>3/20/24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A103CB-99DA-2B15-DC30-008E1432B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71A25D-4547-5F86-7A85-8BCDC9DA2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BD270-F192-7B46-98BF-7FEB5FBA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058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F55E3-C83B-E48A-CC82-2D30126D9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E2A778-0EEB-2448-2AB0-FAC57406A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D0F2E-6355-C54F-87D1-4EE15CA71F73}" type="datetimeFigureOut">
              <a:rPr lang="en-US" smtClean="0"/>
              <a:t>3/20/24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705FE9-5926-E960-4689-780C0070F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C90482-495F-BF7D-133D-E440EEC1D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BD270-F192-7B46-98BF-7FEB5FBA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9603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3BEB04-8F7F-BC07-C68D-34B71C08F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D0F2E-6355-C54F-87D1-4EE15CA71F73}" type="datetimeFigureOut">
              <a:rPr lang="en-US" smtClean="0"/>
              <a:t>3/20/24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16EBC1-3DE5-1514-4976-0848EF68D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190E7D-DD68-93F8-5986-DFD9F0257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BD270-F192-7B46-98BF-7FEB5FBA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956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DBBC9-ACC2-8D52-5591-6A391CC4A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F8454C-DE95-3BC1-5F69-35E641CE4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7E2B6A-7721-7AEC-B125-A0E7BE9611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F99FD-5191-EA96-8347-84113E59C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D0F2E-6355-C54F-87D1-4EE15CA71F73}" type="datetimeFigureOut">
              <a:rPr lang="en-US" smtClean="0"/>
              <a:t>3/20/24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05C01C-6441-7D76-89F0-F0DBD65FC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79454C-6713-301C-D24F-A0CDC2236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BD270-F192-7B46-98BF-7FEB5FBA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4703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076F5-1AD9-3BE2-6445-538BE5D5E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2C3526-E534-6496-5C6D-757C4032DF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69F01D-320A-B40A-368F-4C4DFE7262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383350-AFEE-2808-26E2-B06E689A1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D0F2E-6355-C54F-87D1-4EE15CA71F73}" type="datetimeFigureOut">
              <a:rPr lang="en-US" smtClean="0"/>
              <a:t>3/20/24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B07255-5D1A-A81C-3515-5D17EB467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701B9F-7AE8-4332-A592-E0AB4C147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BD270-F192-7B46-98BF-7FEB5FBA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552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95BC1-315F-F069-D6AB-7957D5C83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123E04-E594-2CBA-57E1-D1DAEC0A17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405F22-4E35-FB78-A42E-EC1337738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D0F2E-6355-C54F-87D1-4EE15CA71F73}" type="datetimeFigureOut">
              <a:rPr lang="en-US" smtClean="0"/>
              <a:t>3/20/24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59B8F-0EFE-41AA-B3C9-798D0C657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4D4167-B6BA-7B34-2687-0D9DBD948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BD270-F192-7B46-98BF-7FEB5FBA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627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5A3ADB-382C-B9A5-9FCE-6A43F35938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540470-D394-1C68-EB51-6C147755BF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67A09-149D-FF27-213A-4C255A6C8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D0F2E-6355-C54F-87D1-4EE15CA71F73}" type="datetimeFigureOut">
              <a:rPr lang="en-US" smtClean="0"/>
              <a:t>3/20/24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23F142-4A32-FDE4-B7DE-AACFCDC6F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0CF075-FBDE-CD8C-DBC3-C08874D21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BD270-F192-7B46-98BF-7FEB5FBA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169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4DD131-2C42-126C-2428-C37BA312C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A30106-98AC-32C4-01FD-E008FB7D86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DDEAA6-FE57-DA01-65F7-A33C6584FE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BD0F2E-6355-C54F-87D1-4EE15CA71F73}" type="datetimeFigureOut">
              <a:rPr lang="en-US" smtClean="0"/>
              <a:t>3/20/24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372BC2-F616-60FD-FC35-311035B0C0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4DB2C7-5476-C715-95D3-64299CBA4A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2BD270-F192-7B46-98BF-7FEB5FBA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570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87E1660-245C-56F7-56FE-32353F440772}"/>
              </a:ext>
            </a:extLst>
          </p:cNvPr>
          <p:cNvSpPr/>
          <p:nvPr/>
        </p:nvSpPr>
        <p:spPr>
          <a:xfrm>
            <a:off x="4327569" y="3770552"/>
            <a:ext cx="1828800" cy="11064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IV (X)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B1AB83-F025-52D3-3DE7-28BAD24366D8}"/>
              </a:ext>
            </a:extLst>
          </p:cNvPr>
          <p:cNvSpPr/>
          <p:nvPr/>
        </p:nvSpPr>
        <p:spPr>
          <a:xfrm>
            <a:off x="8442255" y="3770552"/>
            <a:ext cx="1828800" cy="11064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DV (Y)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CD63BD1-9233-EC4B-2616-2598EC5CD0BA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6156369" y="4315554"/>
            <a:ext cx="2285886" cy="82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>
            <a:extLst>
              <a:ext uri="{FF2B5EF4-FFF2-40B4-BE49-F238E27FC236}">
                <a16:creationId xmlns:a16="http://schemas.microsoft.com/office/drawing/2014/main" id="{F469EA45-15FD-096C-D5A7-74E4E381D266}"/>
              </a:ext>
            </a:extLst>
          </p:cNvPr>
          <p:cNvSpPr/>
          <p:nvPr/>
        </p:nvSpPr>
        <p:spPr>
          <a:xfrm>
            <a:off x="8803442" y="1700660"/>
            <a:ext cx="1106425" cy="110642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error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570DD47-2F4C-5BDE-E79A-D828C7086FBB}"/>
              </a:ext>
            </a:extLst>
          </p:cNvPr>
          <p:cNvSpPr/>
          <p:nvPr/>
        </p:nvSpPr>
        <p:spPr>
          <a:xfrm>
            <a:off x="971225" y="2062254"/>
            <a:ext cx="1828800" cy="11064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Instrument (I)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3C8AD2E8-C0B7-9891-C8CF-6E81ED4ABEF5}"/>
              </a:ext>
            </a:extLst>
          </p:cNvPr>
          <p:cNvCxnSpPr>
            <a:cxnSpLocks/>
            <a:stCxn id="40" idx="3"/>
            <a:endCxn id="5" idx="1"/>
          </p:cNvCxnSpPr>
          <p:nvPr/>
        </p:nvCxnSpPr>
        <p:spPr>
          <a:xfrm>
            <a:off x="2800025" y="2615466"/>
            <a:ext cx="1527544" cy="17082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AAC1797F-5086-DDF4-850E-4A5DED00D808}"/>
              </a:ext>
            </a:extLst>
          </p:cNvPr>
          <p:cNvCxnSpPr>
            <a:cxnSpLocks/>
            <a:stCxn id="38" idx="4"/>
            <a:endCxn id="6" idx="0"/>
          </p:cNvCxnSpPr>
          <p:nvPr/>
        </p:nvCxnSpPr>
        <p:spPr>
          <a:xfrm>
            <a:off x="9356655" y="2807085"/>
            <a:ext cx="0" cy="9634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urved Connector 50">
            <a:extLst>
              <a:ext uri="{FF2B5EF4-FFF2-40B4-BE49-F238E27FC236}">
                <a16:creationId xmlns:a16="http://schemas.microsoft.com/office/drawing/2014/main" id="{C048C1E5-2C15-E880-3E67-EAFFFA9DCA91}"/>
              </a:ext>
            </a:extLst>
          </p:cNvPr>
          <p:cNvCxnSpPr>
            <a:stCxn id="5" idx="0"/>
            <a:endCxn id="38" idx="2"/>
          </p:cNvCxnSpPr>
          <p:nvPr/>
        </p:nvCxnSpPr>
        <p:spPr>
          <a:xfrm rot="5400000" flipH="1" flipV="1">
            <a:off x="6264366" y="1231477"/>
            <a:ext cx="1516679" cy="3561473"/>
          </a:xfrm>
          <a:prstGeom prst="curvedConnector2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3188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3318526-089C-1BFE-A897-7A026E49A034}"/>
              </a:ext>
            </a:extLst>
          </p:cNvPr>
          <p:cNvSpPr/>
          <p:nvPr/>
        </p:nvSpPr>
        <p:spPr>
          <a:xfrm>
            <a:off x="4327569" y="4904879"/>
            <a:ext cx="1828800" cy="11064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IV (X)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92C199-32E0-1456-FC59-DD09E4659B94}"/>
              </a:ext>
            </a:extLst>
          </p:cNvPr>
          <p:cNvSpPr/>
          <p:nvPr/>
        </p:nvSpPr>
        <p:spPr>
          <a:xfrm>
            <a:off x="8373003" y="4904879"/>
            <a:ext cx="1828800" cy="11064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DV (Y)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AF7967D-3A1D-81EE-1951-DD2BC7620C9B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6156369" y="5458091"/>
            <a:ext cx="221663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02F55466-FE61-36A5-F3FD-34D71B8BE054}"/>
              </a:ext>
            </a:extLst>
          </p:cNvPr>
          <p:cNvSpPr/>
          <p:nvPr/>
        </p:nvSpPr>
        <p:spPr>
          <a:xfrm>
            <a:off x="7474415" y="402272"/>
            <a:ext cx="3625976" cy="3625976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Error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6E090C3-7265-BB9C-AAF0-828ACAA8C814}"/>
              </a:ext>
            </a:extLst>
          </p:cNvPr>
          <p:cNvSpPr/>
          <p:nvPr/>
        </p:nvSpPr>
        <p:spPr>
          <a:xfrm>
            <a:off x="843868" y="2510409"/>
            <a:ext cx="1828800" cy="11064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Instrument (I)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0EE7CF9-C415-6369-929F-30EAAF4D67DF}"/>
              </a:ext>
            </a:extLst>
          </p:cNvPr>
          <p:cNvCxnSpPr>
            <a:cxnSpLocks/>
            <a:stCxn id="8" idx="3"/>
            <a:endCxn id="4" idx="1"/>
          </p:cNvCxnSpPr>
          <p:nvPr/>
        </p:nvCxnSpPr>
        <p:spPr>
          <a:xfrm>
            <a:off x="2672668" y="3063621"/>
            <a:ext cx="1654901" cy="23944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3C1EB5C-8E63-619C-6D84-A4B72133A320}"/>
              </a:ext>
            </a:extLst>
          </p:cNvPr>
          <p:cNvCxnSpPr>
            <a:cxnSpLocks/>
            <a:stCxn id="7" idx="4"/>
            <a:endCxn id="5" idx="0"/>
          </p:cNvCxnSpPr>
          <p:nvPr/>
        </p:nvCxnSpPr>
        <p:spPr>
          <a:xfrm>
            <a:off x="9287403" y="4028248"/>
            <a:ext cx="0" cy="8766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urved Connector 10">
            <a:extLst>
              <a:ext uri="{FF2B5EF4-FFF2-40B4-BE49-F238E27FC236}">
                <a16:creationId xmlns:a16="http://schemas.microsoft.com/office/drawing/2014/main" id="{AD08A3E3-7F23-8E4F-E81C-496CD2039B17}"/>
              </a:ext>
            </a:extLst>
          </p:cNvPr>
          <p:cNvCxnSpPr>
            <a:cxnSpLocks/>
            <a:stCxn id="79" idx="0"/>
            <a:endCxn id="7" idx="2"/>
          </p:cNvCxnSpPr>
          <p:nvPr/>
        </p:nvCxnSpPr>
        <p:spPr>
          <a:xfrm rot="5400000" flipH="1" flipV="1">
            <a:off x="6334192" y="1812128"/>
            <a:ext cx="737091" cy="1543356"/>
          </a:xfrm>
          <a:prstGeom prst="curvedConnector2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22B21ED9-334C-253C-84A8-DF7E34DC23DF}"/>
              </a:ext>
            </a:extLst>
          </p:cNvPr>
          <p:cNvSpPr>
            <a:spLocks noChangeAspect="1"/>
          </p:cNvSpPr>
          <p:nvPr/>
        </p:nvSpPr>
        <p:spPr>
          <a:xfrm>
            <a:off x="8512840" y="1423159"/>
            <a:ext cx="1645920" cy="5134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2. Omitted variable</a:t>
            </a:r>
          </a:p>
          <a:p>
            <a:pPr algn="ctr"/>
            <a:r>
              <a:rPr lang="en-US" sz="1200" dirty="0"/>
              <a:t>(observable)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B41863C-58AC-2264-416C-D9496FF8D595}"/>
              </a:ext>
            </a:extLst>
          </p:cNvPr>
          <p:cNvSpPr>
            <a:spLocks noChangeAspect="1"/>
          </p:cNvSpPr>
          <p:nvPr/>
        </p:nvSpPr>
        <p:spPr>
          <a:xfrm>
            <a:off x="8512840" y="824186"/>
            <a:ext cx="1645920" cy="5248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1. Unobserved heterogeneity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182EC77-D0FF-52AF-9B59-DA29D2CC43CD}"/>
              </a:ext>
            </a:extLst>
          </p:cNvPr>
          <p:cNvSpPr>
            <a:spLocks noChangeAspect="1"/>
          </p:cNvSpPr>
          <p:nvPr/>
        </p:nvSpPr>
        <p:spPr>
          <a:xfrm>
            <a:off x="8512840" y="2602408"/>
            <a:ext cx="1645920" cy="5176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4. Reverse causality</a:t>
            </a:r>
          </a:p>
          <a:p>
            <a:pPr algn="ctr"/>
            <a:r>
              <a:rPr lang="en-US" sz="1200" dirty="0"/>
              <a:t>(Y -&gt; X)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E48EC17-7BAD-FFF6-569E-EDD857E3D6B3}"/>
              </a:ext>
            </a:extLst>
          </p:cNvPr>
          <p:cNvSpPr>
            <a:spLocks noChangeAspect="1"/>
          </p:cNvSpPr>
          <p:nvPr/>
        </p:nvSpPr>
        <p:spPr>
          <a:xfrm>
            <a:off x="8512840" y="2010665"/>
            <a:ext cx="1645920" cy="5176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3. Omitted variable</a:t>
            </a:r>
          </a:p>
          <a:p>
            <a:pPr algn="ctr"/>
            <a:r>
              <a:rPr lang="en-US" sz="1200" dirty="0"/>
              <a:t>(latent/unobservable)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07B9AACB-75F2-FE1E-DD43-1A925D58587F}"/>
              </a:ext>
            </a:extLst>
          </p:cNvPr>
          <p:cNvSpPr/>
          <p:nvPr/>
        </p:nvSpPr>
        <p:spPr>
          <a:xfrm>
            <a:off x="3262275" y="2215261"/>
            <a:ext cx="1828800" cy="149094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6. Measurement Error in X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232B9CDD-BE49-6CB0-17FD-622A4F2A28EE}"/>
              </a:ext>
            </a:extLst>
          </p:cNvPr>
          <p:cNvCxnSpPr>
            <a:cxnSpLocks/>
            <a:stCxn id="32" idx="4"/>
            <a:endCxn id="4" idx="0"/>
          </p:cNvCxnSpPr>
          <p:nvPr/>
        </p:nvCxnSpPr>
        <p:spPr>
          <a:xfrm>
            <a:off x="4176675" y="3706203"/>
            <a:ext cx="1065294" cy="11986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urved Connector 42">
            <a:extLst>
              <a:ext uri="{FF2B5EF4-FFF2-40B4-BE49-F238E27FC236}">
                <a16:creationId xmlns:a16="http://schemas.microsoft.com/office/drawing/2014/main" id="{5108AF2E-9AD7-F6C0-344A-DDF73FEAEF30}"/>
              </a:ext>
            </a:extLst>
          </p:cNvPr>
          <p:cNvCxnSpPr>
            <a:cxnSpLocks/>
            <a:stCxn id="32" idx="0"/>
          </p:cNvCxnSpPr>
          <p:nvPr/>
        </p:nvCxnSpPr>
        <p:spPr>
          <a:xfrm rot="5400000" flipH="1" flipV="1">
            <a:off x="5457267" y="-332895"/>
            <a:ext cx="1267564" cy="3828748"/>
          </a:xfrm>
          <a:prstGeom prst="curvedConnector2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ectangle 64">
            <a:extLst>
              <a:ext uri="{FF2B5EF4-FFF2-40B4-BE49-F238E27FC236}">
                <a16:creationId xmlns:a16="http://schemas.microsoft.com/office/drawing/2014/main" id="{F86F2900-D9D3-0CF8-3F7F-49C884C0C70D}"/>
              </a:ext>
            </a:extLst>
          </p:cNvPr>
          <p:cNvSpPr>
            <a:spLocks noChangeAspect="1"/>
          </p:cNvSpPr>
          <p:nvPr/>
        </p:nvSpPr>
        <p:spPr>
          <a:xfrm>
            <a:off x="8512840" y="3194151"/>
            <a:ext cx="1645920" cy="5176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5. Non-random treatment / selection</a:t>
            </a: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513A604C-88D7-C726-4C4D-0162BB9A3388}"/>
              </a:ext>
            </a:extLst>
          </p:cNvPr>
          <p:cNvSpPr/>
          <p:nvPr/>
        </p:nvSpPr>
        <p:spPr>
          <a:xfrm>
            <a:off x="5113234" y="2952351"/>
            <a:ext cx="1635649" cy="133347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IV “True Score”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X*</a:t>
            </a: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B0C48AD7-7C15-E3C7-9DD2-F8AB2195381C}"/>
              </a:ext>
            </a:extLst>
          </p:cNvPr>
          <p:cNvCxnSpPr>
            <a:cxnSpLocks/>
            <a:stCxn id="79" idx="4"/>
            <a:endCxn id="4" idx="0"/>
          </p:cNvCxnSpPr>
          <p:nvPr/>
        </p:nvCxnSpPr>
        <p:spPr>
          <a:xfrm flipH="1">
            <a:off x="5241969" y="4285825"/>
            <a:ext cx="689090" cy="6190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85763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19336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</TotalTime>
  <Words>74</Words>
  <Application>Microsoft Macintosh PowerPoint</Application>
  <PresentationFormat>Widescreen</PresentationFormat>
  <Paragraphs>29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Fox, Brian</dc:creator>
  <cp:lastModifiedBy>Fox, Brian</cp:lastModifiedBy>
  <cp:revision>6</cp:revision>
  <dcterms:created xsi:type="dcterms:W3CDTF">2024-03-20T13:06:24Z</dcterms:created>
  <dcterms:modified xsi:type="dcterms:W3CDTF">2024-03-20T17:24:30Z</dcterms:modified>
</cp:coreProperties>
</file>