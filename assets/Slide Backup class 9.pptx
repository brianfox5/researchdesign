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3"/>
  </p:normalViewPr>
  <p:slideViewPr>
    <p:cSldViewPr snapToGrid="0">
      <p:cViewPr varScale="1">
        <p:scale>
          <a:sx n="120" d="100"/>
          <a:sy n="120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C811-F229-D78F-7823-5FE77B035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074D3-735A-0BF7-463D-E10D4E896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A217C-AD74-5A26-E6FD-32F28640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EE1BC-EBDF-3E05-1C88-8C95B91D0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585AB-0641-002D-E311-04BAACA3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9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BCBCA-5FCA-B3E0-2A96-503966836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3B10C-50D9-ADEA-82FD-656960F4B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7AA00-9F30-5F2C-3E10-10B909367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292FF-F61E-A1C6-BAA8-4ED160B00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AC72F-4A36-910A-93B0-3D1FA662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5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5DCC-4476-377A-82FE-406D25BEE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D25F0-EDF7-7798-2CA8-EDEA2E1E1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5E245-D6B4-AB54-6B12-6D80B8D1F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B18EC-2E88-B9DB-AEB9-7A6A6EB95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37B50-0149-2673-80B6-474CFC67D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1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2DE5-AB67-A7CB-2F6C-54669F67C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6B860-27A3-56F6-361F-1F7AB601A6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B19E9-5BD1-4E3C-6A25-B36C7749C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0BBDB-F620-2791-35C3-AAC3C182E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054D5-683D-2FC3-54CA-FD10587B5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B42B6-118C-237E-4D43-7C855699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82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D113-ADA0-CBBE-0F29-CD26DFFA3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ECC51-8AEC-F698-1AFD-BA8B5051D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726BE-DF88-6722-D479-031579C25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78A433-3576-566E-CEEF-0B49A0920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11C450-ECE5-52E9-00EE-2BBA07F0B0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231C45-737C-F25D-32EC-1A917F39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103CB-99DA-2B15-DC30-008E1432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1A25D-4547-5F86-7A85-8BCDC9DA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58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F55E3-C83B-E48A-CC82-2D30126D9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2A778-0EEB-2448-2AB0-FAC57406A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05FE9-5926-E960-4689-780C0070F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90482-495F-BF7D-133D-E440EEC1D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6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BEB04-8F7F-BC07-C68D-34B71C08F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16EBC1-3DE5-1514-4976-0848EF68D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90E7D-DD68-93F8-5986-DFD9F025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5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BBC9-ACC2-8D52-5591-6A391CC4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8454C-DE95-3BC1-5F69-35E641CE4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E2B6A-7721-7AEC-B125-A0E7BE961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F99FD-5191-EA96-8347-84113E59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5C01C-6441-7D76-89F0-F0DBD65FC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9454C-6713-301C-D24F-A0CDC223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7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076F5-1AD9-3BE2-6445-538BE5D5E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C3526-E534-6496-5C6D-757C4032DF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9F01D-320A-B40A-368F-4C4DFE726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83350-AFEE-2808-26E2-B06E689A1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07255-5D1A-A81C-3515-5D17EB467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01B9F-7AE8-4332-A592-E0AB4C14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5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5BC1-315F-F069-D6AB-7957D5C8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23E04-E594-2CBA-57E1-D1DAEC0A1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05F22-4E35-FB78-A42E-EC1337738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59B8F-0EFE-41AA-B3C9-798D0C657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D4167-B6BA-7B34-2687-0D9DBD948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27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5A3ADB-382C-B9A5-9FCE-6A43F3593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40470-D394-1C68-EB51-6C147755B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67A09-149D-FF27-213A-4C255A6C8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3F142-4A32-FDE4-B7DE-AACFCDC6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CF075-FBDE-CD8C-DBC3-C08874D2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6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4DD131-2C42-126C-2428-C37BA312C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30106-98AC-32C4-01FD-E008FB7D8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DEAA6-FE57-DA01-65F7-A33C6584FE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BD0F2E-6355-C54F-87D1-4EE15CA71F73}" type="datetimeFigureOut">
              <a:rPr lang="en-US" smtClean="0"/>
              <a:t>3/20/24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72BC2-F616-60FD-FC35-311035B0C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DB2C7-5476-C715-95D3-64299CBA4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BD270-F192-7B46-98BF-7FEB5FBA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70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D7F1AE-A813-4EF2-C74D-9C7DBCCFACED}"/>
              </a:ext>
            </a:extLst>
          </p:cNvPr>
          <p:cNvSpPr/>
          <p:nvPr/>
        </p:nvSpPr>
        <p:spPr>
          <a:xfrm>
            <a:off x="4174435" y="1683026"/>
            <a:ext cx="2875722" cy="11027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Moderator (Z)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7E1660-245C-56F7-56FE-32353F440772}"/>
              </a:ext>
            </a:extLst>
          </p:cNvPr>
          <p:cNvSpPr/>
          <p:nvPr/>
        </p:nvSpPr>
        <p:spPr>
          <a:xfrm>
            <a:off x="945681" y="3770552"/>
            <a:ext cx="2875722" cy="11027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IV (X)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B1AB83-F025-52D3-3DE7-28BAD24366D8}"/>
              </a:ext>
            </a:extLst>
          </p:cNvPr>
          <p:cNvSpPr/>
          <p:nvPr/>
        </p:nvSpPr>
        <p:spPr>
          <a:xfrm>
            <a:off x="7870714" y="3770552"/>
            <a:ext cx="2875722" cy="11027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DV (Y)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D7FA966-E8D7-E4B6-9D04-44939008FCD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821403" y="4321904"/>
            <a:ext cx="40493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33A1B8-0596-7B9B-CEDC-2B848D70625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612296" y="2785730"/>
            <a:ext cx="0" cy="1536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B0B959-1D6A-2FFB-C6EB-927B38F4C21F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>
            <a:off x="7050157" y="2234378"/>
            <a:ext cx="2258418" cy="1536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661DA78-59B1-A89F-3C07-F05FC4BB07A0}"/>
              </a:ext>
            </a:extLst>
          </p:cNvPr>
          <p:cNvSpPr txBox="1"/>
          <p:nvPr/>
        </p:nvSpPr>
        <p:spPr>
          <a:xfrm>
            <a:off x="8038213" y="2467793"/>
            <a:ext cx="2297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(Often not hypothesized, </a:t>
            </a:r>
            <a:br>
              <a:rPr lang="en-US" sz="1000" dirty="0"/>
            </a:br>
            <a:r>
              <a:rPr lang="en-US" sz="1000" dirty="0"/>
              <a:t>but needs to be included in the model)</a:t>
            </a:r>
          </a:p>
        </p:txBody>
      </p:sp>
    </p:spTree>
    <p:extLst>
      <p:ext uri="{BB962C8B-B14F-4D97-AF65-F5344CB8AC3E}">
        <p14:creationId xmlns:p14="http://schemas.microsoft.com/office/powerpoint/2010/main" val="3433188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Fox, Brian</dc:creator>
  <cp:lastModifiedBy>Fox, Brian</cp:lastModifiedBy>
  <cp:revision>1</cp:revision>
  <dcterms:created xsi:type="dcterms:W3CDTF">2024-03-20T13:06:24Z</dcterms:created>
  <dcterms:modified xsi:type="dcterms:W3CDTF">2024-03-20T13:09:30Z</dcterms:modified>
</cp:coreProperties>
</file>